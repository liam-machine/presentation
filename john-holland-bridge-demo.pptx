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1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916162"/>
            <a:ext cx="932688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Construction Excellence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3579763"/>
            <a:ext cx="93268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Connections, Delivering Infrastructure</a:t>
            </a:r>
            <a:endParaRPr lang="en-US" sz="2800" dirty="0"/>
          </a:p>
        </p:txBody>
      </p:sp>
      <p:pic>
        <p:nvPicPr>
          <p:cNvPr id="4" name="Image 0" descr="C:\JHG\presentation\.claude\skills\pptx-john-holland\assets\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27432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3200400"/>
            <a:ext cx="9144000" cy="1828800"/>
          </a:xfrm>
          <a:prstGeom prst="rect">
            <a:avLst/>
          </a:prstGeom>
          <a:solidFill>
            <a:srgbClr val="55328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950"/>
            <a:ext cx="829050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Bridge Building Expertise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2111276"/>
            <a:ext cx="8127950" cy="2285107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Design: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Advanced engineering solutions for complex infrastructure challenges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First: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Industry-leading safety standards on every project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Construction: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Environmentally responsible building practices</a:t>
            </a:r>
            <a:endParaRPr lang="en-US" sz="1600" dirty="0"/>
          </a:p>
          <a:p>
            <a:pPr algn="l" marL="190500" indent="-1905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Track Record: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Decades of experience delivering iconic bridges across Australia</a:t>
            </a:r>
            <a:endParaRPr lang="en-US" sz="1600" dirty="0"/>
          </a:p>
        </p:txBody>
      </p:sp>
      <p:pic>
        <p:nvPicPr>
          <p:cNvPr id="5" name="Image 0" descr="C:\JHG\presentation\.claude\skills\pptx-john-holland\assets\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645920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Construction Excellence</dc:title>
  <dc:subject>PptxGenJS Presentation</dc:subject>
  <dc:creator>John Holland</dc:creator>
  <cp:lastModifiedBy>John Holland</cp:lastModifiedBy>
  <cp:revision>1</cp:revision>
  <dcterms:created xsi:type="dcterms:W3CDTF">2025-12-03T06:13:38Z</dcterms:created>
  <dcterms:modified xsi:type="dcterms:W3CDTF">2025-12-03T06:13:38Z</dcterms:modified>
</cp:coreProperties>
</file>